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trọng</c:v>
                </c:pt>
              </c:strCache>
            </c:strRef>
          </c:tx>
          <c:spPr>
            <a:solidFill>
              <a:srgbClr val="17365D"/>
            </a:solidFill>
          </c:spPr>
          <c:cat>
            <c:strRef>
              <c:f>Sheet1!$A$2:$A$6</c:f>
              <c:strCache>
                <c:ptCount val="5"/>
                <c:pt idx="0">
                  <c:v>Hô hấp</c:v>
                </c:pt>
                <c:pt idx="1">
                  <c:v>Tiêu hóa</c:v>
                </c:pt>
                <c:pt idx="2">
                  <c:v>Tim mạch</c:v>
                </c:pt>
                <c:pt idx="3">
                  <c:v>Cơ xương</c:v>
                </c:pt>
                <c:pt idx="4">
                  <c:v>Khác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5 nhóm bệnh đang phân bố khá cân bằng trong dữ liệu mẫu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554480"/>
          <a:ext cx="103327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Bệnh án điện tử phải ưu tiên bảo mật hơn tiện lợi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Phân quyền theo vai trò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Nhật ký truy cập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Sao lưu định kỳ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Database liên tục giúp AutoFilter không bị ngắt vùng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Không chèn hàng trống giữa các record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Thông tin thiếu ghi Chưa cập nhật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Header chỉ xuất hiện một lần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Nghiệm thu: tài liệu đúng Heading và dữ liệu lọc được ngay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Heading nhầm đoạn văn -&gt; Ctrl + Shift + N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Cập nhật Auto TOC sau khi sửa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Kiểm tra filter theo nhóm bệnh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