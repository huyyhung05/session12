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Hoa hồng %</c:v>
                </c:pt>
              </c:strCache>
            </c:strRef>
          </c:tx>
          <c:spPr>
            <a:solidFill>
              <a:srgbClr val="F28C28"/>
            </a:solidFill>
          </c:spPr>
          <c:cat>
            <c:strRef>
              <c:f>Sheet1!$A$2:$A$5</c:f>
              <c:strCache>
                <c:ptCount val="4"/>
                <c:pt idx="0">
                  <c:v>Bronze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2.0</c:v>
                </c:pt>
                <c:pt idx="2">
                  <c:v>2.5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Inter"/>
              </a:defRPr>
            </a:pPr>
            <a:r>
              <a:t>Smart-Home biến dữ liệu nhà đất thành quyết định đầu tư nhanh hơn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1EB"/>
                </a:solidFill>
                <a:latin typeface="Inter"/>
              </a:defRPr>
            </a:pPr>
            <a:r>
              <a:t>Pitch Deck | 6 slides / 20 phút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Thị trường phân mảnh khiến người mua mất thời gian đối chiếu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Giá niêm yết thiếu chuẩn hóa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Hoa hồng khó kiểm soát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Lịch sử đấu giá nằm rời rạc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194560"/>
            <a:ext cx="3261360" cy="14173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ĐĂNG TÀI SẢN</a:t>
            </a:r>
          </a:p>
        </p:txBody>
      </p:sp>
      <p:sp>
        <p:nvSpPr>
          <p:cNvPr id="3" name="Chevron 2"/>
          <p:cNvSpPr/>
          <p:nvPr/>
        </p:nvSpPr>
        <p:spPr>
          <a:xfrm>
            <a:off x="4130040" y="2606040"/>
            <a:ext cx="228600" cy="548640"/>
          </a:xfrm>
          <a:prstGeom prst="chevron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4360" y="2194560"/>
            <a:ext cx="3261360" cy="14173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ĐẤU GIÁ</a:t>
            </a:r>
          </a:p>
        </p:txBody>
      </p:sp>
      <p:sp>
        <p:nvSpPr>
          <p:cNvPr id="5" name="Chevron 4"/>
          <p:cNvSpPr/>
          <p:nvPr/>
        </p:nvSpPr>
        <p:spPr>
          <a:xfrm>
            <a:off x="7711440" y="2606040"/>
            <a:ext cx="228600" cy="548640"/>
          </a:xfrm>
          <a:prstGeom prst="chevron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85760" y="2194560"/>
            <a:ext cx="3261360" cy="14173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THANH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Một luồng khép kín giảm thao tác thủ công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Giá sau chiết khấu vẫn giữ dư địa hoa hồng bền vững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Kiến trúc dữ liệu sạch giúp mở rộng mà không vỡ bảng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Mỗi property là một record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Mỗi thuộc tính là một field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VLOOKUP dùng vùng tra cố định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Kêu gọi đầu tư: ưu tiên hoàn thiện marketplace và kiểm định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Mở rộng nguồn cung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Tăng độ tin cậy giá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Chuẩn hóa quy trình đấu giá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