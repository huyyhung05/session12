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Trước ưu đãi</c:v>
                </c:pt>
              </c:strCache>
            </c:strRef>
          </c:tx>
          <c:spPr>
            <a:solidFill>
              <a:srgbClr val="7E8CA0"/>
            </a:solidFill>
          </c:spPr>
          <c:cat>
            <c:strRef>
              <c:f>Sheet1!$A$2:$A$5</c:f>
              <c:strCache>
                <c:ptCount val="4"/>
                <c:pt idx="0">
                  <c:v>T7</c:v>
                </c:pt>
                <c:pt idx="1">
                  <c:v>T8</c:v>
                </c:pt>
                <c:pt idx="2">
                  <c:v>T9</c:v>
                </c:pt>
                <c:pt idx="3">
                  <c:v>T10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12.5</c:v>
                </c:pt>
                <c:pt idx="1">
                  <c:v>13.1</c:v>
                </c:pt>
                <c:pt idx="2">
                  <c:v>13.9</c:v>
                </c:pt>
                <c:pt idx="3">
                  <c:v>14.6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Sau ưu đãi</c:v>
                </c:pt>
              </c:strCache>
            </c:strRef>
          </c:tx>
          <c:spPr>
            <a:solidFill>
              <a:srgbClr val="F28C28"/>
            </a:solidFill>
          </c:spPr>
          <c:cat>
            <c:strRef>
              <c:f>Sheet1!$A$2:$A$5</c:f>
              <c:strCache>
                <c:ptCount val="4"/>
                <c:pt idx="0">
                  <c:v>T7</c:v>
                </c:pt>
                <c:pt idx="1">
                  <c:v>T8</c:v>
                </c:pt>
                <c:pt idx="2">
                  <c:v>T9</c:v>
                </c:pt>
                <c:pt idx="3">
                  <c:v>T10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12.9</c:v>
                </c:pt>
                <c:pt idx="1">
                  <c:v>13.8</c:v>
                </c:pt>
                <c:pt idx="2">
                  <c:v>15.1</c:v>
                </c:pt>
                <c:pt idx="3">
                  <c:v>16.8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Inter"/>
              </a:defRPr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"/>
              </a:defRPr>
            </a:pPr>
            <a:r>
              <a:t>PayKX tăng trưởng nhờ ưu đãi đúng giao dịch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8016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2DCEB"/>
                </a:solidFill>
                <a:latin typeface="Inter"/>
              </a:defRPr>
            </a:pPr>
            <a:r>
              <a:t>Báo cáo đối soát tháng | Phan Huy Hưng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4846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28C28"/>
                </a:solidFill>
                <a:latin typeface="Inter"/>
              </a:defRPr>
            </a:pPr>
            <a:r>
              <a:t>+15%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Doanh thu T10 tăng 15% so với nền trước ưu đãi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554480"/>
          <a:ext cx="103327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Đối soát sạch giúp giảm lỗi tra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TRIM loại khoảng trắng trong mã user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VLOOKUP dùng FALSE để khớp chính xác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IFERROR giúp báo dữ liệu chưa cập nhật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Hành động tháng tới: giữ ưu đãi nhưng theo dõi biên lợi nhuận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Theo dõi chi phí hoàn tiền theo nhóm giao dịch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Đối soát chênh lệch phí đối tác mỗi ngày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Cảnh báo sớm mã user không tồn tại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