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Số cảnh báo</c:v>
                </c:pt>
              </c:strCache>
            </c:strRef>
          </c:tx>
          <c:spPr>
            <a:solidFill>
              <a:srgbClr val="F28C28"/>
            </a:solidFill>
          </c:spPr>
          <c:cat>
            <c:strRef>
              <c:f>Sheet1!$A$2:$A$5</c:f>
              <c:strCache>
                <c:ptCount val="4"/>
                <c:pt idx="0">
                  <c:v>Thấp</c:v>
                </c:pt>
                <c:pt idx="1">
                  <c:v>Trung bình</c:v>
                </c:pt>
                <c:pt idx="2">
                  <c:v>Cao</c:v>
                </c:pt>
                <c:pt idx="3">
                  <c:v>Nghiêm trọng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26</c:v>
                </c:pt>
                <c:pt idx="2">
                  <c:v>38</c:v>
                </c:pt>
                <c:pt idx="3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Phòng thủ 3 tầng giảm rủi ro từ cảnh báo đến phục hồi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1645920"/>
            <a:ext cx="9875520" cy="91440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Inter"/>
              </a:defRPr>
            </a:pPr>
            <a:r>
              <a:t>TẦNG 1</a:t>
            </a:r>
            <a:br/>
            <a:r>
              <a:t>PHÒNG NGỪA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2880360"/>
            <a:ext cx="7498079" cy="914400"/>
          </a:xfrm>
          <a:prstGeom prst="round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Inter"/>
              </a:defRPr>
            </a:pPr>
            <a:r>
              <a:t>TẦNG 2</a:t>
            </a:r>
            <a:br/>
            <a:r>
              <a:t>PHÁT HIỆN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4114800"/>
            <a:ext cx="5120640" cy="91440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Inter"/>
              </a:defRPr>
            </a:pPr>
            <a:r>
              <a:t>TẦNG 3</a:t>
            </a:r>
            <a:br/>
            <a:r>
              <a:t>ỨNG CỨU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AutoFilter biến bảng cảnh báo thành công cụ truy vết nhanh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Lọc theo mức độ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Lọc theo trạng thái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Lọc đồng thời nhiều điều kiện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Cảnh báo nghiêm trọng cần ưu tiên trước các mức còn lại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554480"/>
          <a:ext cx="103327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Dữ liệu sạch là điều kiện để nhận diện đúng mã độc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TRIM mã cảnh báo gốc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VLOOKUP sang VirusDB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Không xác định -&gt; điều tra thủ công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